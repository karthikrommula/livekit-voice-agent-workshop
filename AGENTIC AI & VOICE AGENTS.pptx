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92" r:id="rId2"/>
    <p:sldId id="284" r:id="rId3"/>
    <p:sldId id="286" r:id="rId4"/>
    <p:sldId id="285" r:id="rId5"/>
    <p:sldId id="287" r:id="rId6"/>
    <p:sldId id="288" r:id="rId7"/>
    <p:sldId id="289" r:id="rId8"/>
    <p:sldId id="290" r:id="rId9"/>
    <p:sldId id="29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6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5966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764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 First Voice Agent, Hands-On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41910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3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Karthik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800600"/>
            <a:ext cx="128016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5054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3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90-minute session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70841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— 90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We'll Spend Today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64240" cy="530352"/>
          </a:xfrm>
          <a:prstGeom prst="rect">
            <a:avLst/>
          </a:prstGeom>
          <a:solidFill>
            <a:srgbClr val="171C2E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– 0:05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+ About Me + intellioai.in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496312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 – 0:25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0" y="2496312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journey  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530352"/>
          </a:xfrm>
          <a:prstGeom prst="rect">
            <a:avLst/>
          </a:prstGeom>
          <a:solidFill>
            <a:srgbClr val="171C2E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77240" y="3026664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 – 0:35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0" y="3026664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voice agent? Cascade vs realtime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55701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0:35 – 0:40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3557016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LiveKit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087368"/>
            <a:ext cx="11064240" cy="530352"/>
          </a:xfrm>
          <a:prstGeom prst="rect">
            <a:avLst/>
          </a:prstGeom>
          <a:solidFill>
            <a:srgbClr val="171C2E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77240" y="408736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 – 0:50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4087368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walkthrough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 – 1:20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43200" y="4617720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build your own voice agent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5148072"/>
            <a:ext cx="11064240" cy="530352"/>
          </a:xfrm>
          <a:prstGeom prst="rect">
            <a:avLst/>
          </a:prstGeom>
          <a:solidFill>
            <a:srgbClr val="171C2E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77240" y="5148072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 – 1:25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43200" y="5148072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show &amp; tell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5678424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 – 1:30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743200" y="5678424"/>
            <a:ext cx="8686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Wrap-up, resources, Q&amp;A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71184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UP — BEGINNER LEVEL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Nobody Tells You at Zero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011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one problem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3957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mission statement — a specific problem, for a specific person.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108960"/>
            <a:ext cx="411480" cy="41148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063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one will embarrass you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344728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point. Shipping something rough beats polishing something imaginary.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4160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real user first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88720" y="449884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customer teaches you more than a hundred hypothetical ones.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411480" cy="41148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48640" y="5212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5166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permission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88720" y="555040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a small solution and the willingness to be wrong in public.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458439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AI Agent, Really?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514600" y="283464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743200" y="283464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43200" y="28346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283464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937760" y="283464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937760" y="28346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283464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132320" y="283464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7132320" y="28346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98280" y="2834640"/>
            <a:ext cx="228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9326880" y="283464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4F46E5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9326880" y="283464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939601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Voice Agent?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tight, real-time loop of four things — fast enough that it never feels like a broken phone line.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student's voice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274320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566160" y="2971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66160" y="34747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speech into words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274320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400800" y="2971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34747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to say back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52560" y="2743200"/>
            <a:ext cx="265176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9235440" y="29718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235440" y="34747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reply into audio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53949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...on a loop, every few hundred milliseconds, for the whole conversation.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90254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Cascade vs. Realtime — Two Ways to Build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1A2142"/>
          </a:solidFill>
          <a:ln w="2540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2194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 (today's build)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 →  LLM  →  TTS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Three separate, swappable stages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You can see exactly where a problem lives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for learning the fundamentals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 we're building today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6596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12172A"/>
          </a:solidFill>
          <a:ln w="1270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92240" y="2194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 (speech-to-speech)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E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one connection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320040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 feel more natural, lower latency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Less visibility into each stage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 have undocumented quirks (see War Story 2!)
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Worth learning after cascade clicks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091726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LiveKit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wires the whole pipeline together — the real-time audio connection between you and your agent, plus a framework to plug in any STT, LLM, or TTS provider.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start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card needed for the free tier.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297680" y="310896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26280" y="33375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testing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26280" y="393192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Playground — talk to your agent with just a mic.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3108960"/>
            <a:ext cx="3520440" cy="2377440"/>
          </a:xfrm>
          <a:prstGeom prst="roundRect">
            <a:avLst>
              <a:gd name="adj" fmla="val 3846"/>
            </a:avLst>
          </a:prstGeom>
          <a:solidFill>
            <a:srgbClr val="1A2142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275320" y="33375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75320" y="3931920"/>
            <a:ext cx="3063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framework powering real deployed voice agents.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627132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320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HANDS-ON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EC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Repo for Today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Voice Agents Workshop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521440" y="64922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9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EF76A-2D47-C19B-F4DD-A9C172D0B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1950720"/>
            <a:ext cx="43434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542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E1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3C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Find me after the session.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intellioai.in   ·   github.com/KarthikRommula/livekit-voice-agent-workshop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38182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223D571-6AF6-4618-BD48-8D23CF276FF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6d6d26cc-1c75-4afa-aec5-d795fa390ad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507</Words>
  <Application>Microsoft Office PowerPoint</Application>
  <PresentationFormat>Widescreen</PresentationFormat>
  <Paragraphs>110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ROMMULA KARTHIK</cp:lastModifiedBy>
  <cp:revision>2</cp:revision>
  <dcterms:created xsi:type="dcterms:W3CDTF">2026-07-31T19:07:49Z</dcterms:created>
  <dcterms:modified xsi:type="dcterms:W3CDTF">2026-07-31T19:28:53Z</dcterms:modified>
</cp:coreProperties>
</file>